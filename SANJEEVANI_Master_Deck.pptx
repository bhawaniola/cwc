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Disaster-Response Network That Assumes the Network Is Already Dead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End-to-End Flows · Production Cisco Blueprint · Aerial Relay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32688" y="40690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FIELD PODS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38728" y="40690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FAILOVER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44768" y="40690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COORDINATOR GUILDS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50808" y="406908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OFFLINE ALERTS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CSR Hackathon · Disaster Response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DISASTER STRIKES, THE NETWORK IS THE FIRST CASUALTY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TOWERS DROWN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capacity dies at the exact moment call volume peaks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SNAPS · GRID TRIPS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 becomes an information island — no internet, no 911, no coordination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EMERGENCY APP QUIETLY ASSUMES CONNECTIVITY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assumption is the bug — and in a flood or earthquake, it costs lives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removes the assumption: a cry for help, once spoken, can never be lost.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Delayed, rerouted, relayed, whispered — but never lost.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LAWS EVERY LINE OF CODE OBEYS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WRITE BEFORE SEND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SOS hits the on-disk JSONL ledger before any delivery attempt — deletion only against the cloud's receipt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55080" y="109728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EVERY CROSSING PAYS PHYSICS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is slept, loss is diced at every link — the network is never abstracted 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SEVERITY ONLY CLIMBS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duplicate, mesh re-delivery, or stale copy can ever downgrade an escalation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2651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AI ENHANCES, NEVER GATES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LLM re-reads after store+route — a dead model costs a log line, not a life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TRUST TRAVELS ONCE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public keys are cached at enrollment — evacuation orders verify fully offline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42062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ISLAND MODE IS A 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connectivity is a supported state, not an error — the queue holds the promise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slogans — each law is enforced by a named function and proven by an integration test.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CLIENT → CLOUD → COORDINATORS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7452360" y="393192"/>
            <a:ext cx="27432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3108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SOS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"/>
            <a:ext cx="274320" cy="0"/>
          </a:xfrm>
          <a:prstGeom prst="line">
            <a:avLst/>
          </a:prstGeom>
          <a:noFill/>
          <a:ln w="3175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0" y="310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fail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378440" y="393192"/>
            <a:ext cx="274320" cy="0"/>
          </a:xfrm>
          <a:prstGeom prst="line">
            <a:avLst/>
          </a:prstGeom>
          <a:noFill/>
          <a:ln w="31750">
            <a:solidFill>
              <a:srgbClr val="3ECF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698480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/ offline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1887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9BD1F5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/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3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via phone on captive Wi-Fi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SENSOR-SIMULATOR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MT fleet ×15 · 4s ticks · MT30 buttons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777240"/>
            <a:ext cx="2697480" cy="3794760"/>
          </a:xfrm>
          <a:prstGeom prst="roundRect">
            <a:avLst>
              <a:gd name="adj" fmla="val 2712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8412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POD ×10  (:8001-8010)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1887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Citizen UI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portal · 11 languages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4708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TRIAGE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9/6/3 · keyword 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505456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LOCAL QUEUE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write-before-send · island-proof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163824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SYNCWORKER + GOSSIP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ladder · batch &gt;3 · BGP-style hops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3950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Shield: Ed25519 verify · hazard packs · MT30 route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74520" y="4892040"/>
            <a:ext cx="26974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3ECFC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↔ POD MESH (URWB)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 2s · relayTrail · never revisit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777240"/>
            <a:ext cx="2194560" cy="288036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8412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LAYER (physics)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93792" y="1188720"/>
            <a:ext cx="1865376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:9100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80ms · loss dice · degraded ≥25%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2011680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CELLTOWER-1 :9201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743200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CELLTOWER-2 :9202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SIMULATION-CONTROLLER :9300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 real links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777240"/>
            <a:ext cx="2148840" cy="4023360"/>
          </a:xfrm>
          <a:prstGeom prst="roundRect">
            <a:avLst>
              <a:gd name="adj" fmla="val 340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84124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:9000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0688" y="1188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· CLASSIFY · ROUTE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· severity-max · Ed25519 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0688" y="2212848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ARCHIVE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fallback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90688" y="2871216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(Ollama)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upgrade-only · never blocks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90688" y="3529584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BOT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→ responder phones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04120" y="1188720"/>
            <a:ext cx="182880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COMMAND-CENTER :9400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dashboard · Socket.io realtime · infra fail/restore controls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4983480"/>
            <a:ext cx="4983480" cy="1554480"/>
          </a:xfrm>
          <a:prstGeom prst="roundRect">
            <a:avLst>
              <a:gd name="adj" fmla="val 4706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504748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×9 (Guild Halls :8000)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403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×2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 · O2 · amb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7415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×1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 · kits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03427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×3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· water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99439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×2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· transport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5451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×1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boats · jackets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00200" y="1554480"/>
            <a:ext cx="4572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481328" y="12984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600200" y="3017520"/>
            <a:ext cx="4572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37160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0" y="1527048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443984" y="1271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/forward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2331720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59168" y="152704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022592" y="12710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059168" y="233172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059168" y="306324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784080" y="141732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9646920" y="11612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 flipH="1">
            <a:off x="9784080" y="192024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9710928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1018520" y="2423160"/>
            <a:ext cx="0" cy="210312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223760" y="4526280"/>
            <a:ext cx="379476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955280" y="4251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/ restore  (x-infra-token)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flipV="1">
            <a:off x="6126480" y="3657600"/>
            <a:ext cx="0" cy="45720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35508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68680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7571232" y="47914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 flipV="1">
            <a:off x="941832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9491472" y="47914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200400" y="4572000"/>
            <a:ext cx="0" cy="320040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0" y="5230368"/>
            <a:ext cx="2377440" cy="530352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709160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URWB shout (offline)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28600" y="5943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EOC ↔ pod byte crosses a link-node: latency is slept, loss is diced. A link reporting “degraded” (≥25% loss) triggers predictive failover before it dies.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SOS FLOW — TEN STEPS, CLIENT TO CLOSURE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FIELD POD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94760" y="868680"/>
            <a:ext cx="2103120" cy="5212080"/>
          </a:xfrm>
          <a:prstGeom prst="roundRect">
            <a:avLst>
              <a:gd name="adj" fmla="val 3478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04488" y="932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868680"/>
            <a:ext cx="3017520" cy="5212080"/>
          </a:xfrm>
          <a:prstGeom prst="roundRect">
            <a:avLst>
              <a:gd name="adj" fmla="val 242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93268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64040" y="868680"/>
            <a:ext cx="2468880" cy="5212080"/>
          </a:xfrm>
          <a:prstGeom prst="roundRect">
            <a:avLst>
              <a:gd name="adj" fmla="val 2963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73768" y="93268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32588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submits SOS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Wi-Fi · rate-limit 6 / device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triage · 11 languages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“unconscious” → severity 9 critical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JSONL queue FIRST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to citizen — the promise is made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61772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picks a path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→ cellular → mesh → island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38528" y="210312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38528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38528" y="429768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8912" y="117043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61772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physics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latency · roll loss dice · stamp forwardedBy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500176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86791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61772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classify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· keywords → roles · criticality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to coordinators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stock-aware · satellite → tower per shadow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4231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re-reads (Ollama)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upgrade-only severity · Webex if critical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500176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7680960" y="429768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7680960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24535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24231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sees it live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bell → dashboard row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92640" y="3520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acts &amp; resolves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 → resolve → event back to cloud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61120" y="280720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98480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953719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3719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8961120" y="3904488"/>
            <a:ext cx="731520" cy="210312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726680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closes the delivery board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hop fails, the request stays in the JSONL ledger and retries every 5 seconds — delayed, never lost.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FAILOVER LADDER — HOW A REQUEST FINDS A WAY OUT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51760" y="822960"/>
            <a:ext cx="256032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queued in JSONL ledger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51760" y="1645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up or degraded?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2788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TOWER up or degraded?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3931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GOSSIP: neighbor with a cloud path?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51760" y="5074920"/>
            <a:ext cx="25603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MODE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locally · nothing is lost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645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via SATELLITE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80ms · loss dice · 503 = retry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2788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via CELLTOWER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30ms · loss dice · stamp link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3931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relay to neighbor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/api/mesh/inbox · +relayTrail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2606040"/>
            <a:ext cx="2377440" cy="1051560"/>
          </a:xfrm>
          <a:prstGeom prst="flowChartTerminator">
            <a:avLst/>
          </a:prstGeom>
          <a:solidFill>
            <a:srgbClr val="10253C"/>
          </a:solidFill>
          <a:ln w="2222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STORES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returns → only then delete from 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2514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69080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down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31920" y="3657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69080" y="3703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down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31920" y="4800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069080" y="4846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neighbor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212080" y="2075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138928" y="1819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12080" y="3218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38928" y="2962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212080" y="4361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74920" y="4105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(&lt;12 hops)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503920" y="2075688"/>
            <a:ext cx="914400" cy="758952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8503920" y="3154680"/>
            <a:ext cx="914400" cy="6400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8503920" y="3474720"/>
            <a:ext cx="914400" cy="88696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49640" y="4160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neighbor's ladder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 flipH="1">
            <a:off x="2148840" y="5440680"/>
            <a:ext cx="50292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148840" y="2075688"/>
            <a:ext cx="0" cy="3364992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2075688"/>
            <a:ext cx="50292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004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every 5s · wake on health-change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60720" y="5074920"/>
            <a:ext cx="603504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4ADE8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RESTORE — THE CONVOY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&gt; 3 rides ONE batched transmission (one latency payment). Receipt-based deletion: nothing leaves the ledger without the cloud's receipt.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INTELLIGENCE — THE SHIELD, THE ORACLE, THE FALCONER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D1B2E"/>
          </a:solidFill>
          <a:ln w="22225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2412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SHIELD — Ed25519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at the cloud, verify at the pod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key never leaves the EOC; pods cache the public key once at enrollment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Anti-replay + scope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numbers must climb; alerts scoped to pods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alert → 401 + evidence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offline; a severity-9 SECURITY event climbs the normal SOS ladder back to the EOC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9601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02412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— AI TRIAGE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44568" y="141732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base layer · 11 languages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offline severity — Hindi, Telugu, Tamil, Bengali &amp; more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44568" y="246888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re-reads every SOS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in-cluster · zero internet needed · never anchored on the rule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44568" y="352044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Upgrade-only merge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“chest feels heavy” → severity 9 + hospital guild added; a dead model changes nothing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9601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02412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FALCONER — WEBEX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141732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SOS → responder phones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card: who, where, severity, routed guilds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30768" y="2468880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Disaster-day discipline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alert per SOS ever · 6/min cap · 30-min staleness guard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30768" y="352044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its own failures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roost with room re-discovery — a Wi-Fi blip never eats an alert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89788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security and message security are independent layers — a compromised pipe still cannot forge an evacuation order.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PRODUCTION BLUEPRINT — REAL-WORLD CISCO DEPLOYMENT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28600" y="685800"/>
            <a:ext cx="3794760" cy="4709160"/>
          </a:xfrm>
          <a:prstGeom prst="roundRect">
            <a:avLst>
              <a:gd name="adj" fmla="val 1928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" y="74980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ZONE — FIELD POD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IR1800 + IOx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pod-agent container · SRST local voice · ThousandEyes agent inside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709928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IE3400 PoE SWITCH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battery powers every antenna · Cyber Vision OT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368296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IW9167E — CITIZEN WI-FI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SSID · captive SOS portal · Umbrella DNS 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3026664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MT / MT30 / MV72X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· heat · air sensors · panic button · 50 KB AI snapshots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685032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IW9165E — URWB MESH RADIO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↔ pod ↔ drone, fiber-like wireless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434340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IXM-LPWA — LoRa THIN PIPE</a:t>
            </a:r>
            <a:endParaRPr lang="en-US" sz="90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200-byte heartbeats · 15 km through rubble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68580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74980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— TRANSPORT TIERS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051560"/>
            <a:ext cx="2606040" cy="658368"/>
          </a:xfrm>
          <a:prstGeom prst="roundRect">
            <a:avLst>
              <a:gd name="adj" fmla="val 694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· LEO / 5G NTN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feeder link out of the zone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1819656"/>
            <a:ext cx="2606040" cy="658368"/>
          </a:xfrm>
          <a:prstGeom prst="roundRect">
            <a:avLst>
              <a:gd name="adj" fmla="val 694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· CELLULAR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5G + private P-LTE-450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2587752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22225">
            <a:solidFill>
              <a:srgbClr val="3EC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· URWB DRONE RELAY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IW9165E on UAV — a flying mesh node with zero-loss fluidity handoffs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2606040" cy="658368"/>
          </a:xfrm>
          <a:prstGeom prst="roundRect">
            <a:avLst>
              <a:gd name="adj" fmla="val 694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· LoRaWAN OOB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heartbeats when everything else dies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43708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tiers ride ONE Cisco SD-WAN IPsec overlay — the EOC and every pod share a private network even while the public internet is gone.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98080" y="6858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0D1B2E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74980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— EOC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62672" y="105156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FIREWALL 1150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of the safe zone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62672" y="1709928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9300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access switch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62672" y="2368296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 C220 ×2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· MongoDB · Ollama · dashboard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62672" y="3163824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INCIDENT ROOMS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room per critical SOS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84080" y="685800"/>
            <a:ext cx="2176272" cy="4709160"/>
          </a:xfrm>
          <a:prstGeom prst="roundRect">
            <a:avLst>
              <a:gd name="adj" fmla="val 3361"/>
            </a:avLst>
          </a:prstGeom>
          <a:solidFill>
            <a:srgbClr val="0D1B2E"/>
          </a:solidFill>
          <a:ln w="22225">
            <a:solidFill>
              <a:srgbClr val="9BD1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7498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BD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CONTROL PLANE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30384" y="1051560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MANAGER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policy = calculateMode()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930384" y="1655064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THOUSANDEYES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failure before users do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930384" y="2258568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E8B33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REDSKY E911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routed to an unaffected ERC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9930384" y="2862072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SPACES (LIS)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micro-location for 911 calls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9930384" y="3465576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· SIEM anomaly watch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9930384" y="4069080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 + DUO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security · MFA for volunteers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930384" y="4672584"/>
            <a:ext cx="1883664" cy="530352"/>
          </a:xfrm>
          <a:prstGeom prst="roundRect">
            <a:avLst>
              <a:gd name="adj" fmla="val 8621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DASH + IoT OPS / SEA</a:t>
            </a:r>
            <a:endParaRPr lang="en-US" sz="78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mgmt · zero-trust access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840480" y="1371600"/>
            <a:ext cx="59436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40480" y="2103120"/>
            <a:ext cx="594360" cy="457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3840480" y="3017520"/>
            <a:ext cx="594360" cy="950976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3840480" y="3895344"/>
            <a:ext cx="594360" cy="7315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7040880" y="1335024"/>
            <a:ext cx="457200" cy="36576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7040880" y="1920240"/>
            <a:ext cx="457200" cy="22860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7040880" y="2560320"/>
            <a:ext cx="457200" cy="45720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7040880" y="3383280"/>
            <a:ext cx="457200" cy="512064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46920" y="1737360"/>
            <a:ext cx="137160" cy="0"/>
          </a:xfrm>
          <a:prstGeom prst="line">
            <a:avLst/>
          </a:prstGeom>
          <a:noFill/>
          <a:ln w="1587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9646920" y="2103120"/>
            <a:ext cx="137160" cy="0"/>
          </a:xfrm>
          <a:prstGeom prst="line">
            <a:avLst/>
          </a:prstGeom>
          <a:noFill/>
          <a:ln w="1587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28600" y="5532120"/>
            <a:ext cx="11731752" cy="109728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5596128"/>
            <a:ext cx="11512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911 CALL PATH — E911 OVER A DISASTER NETWORK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59436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dials 911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over pod Wi-Fi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0" y="59436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tunnel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IPsec via any surviving tier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0" y="59436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REDSKY routes by location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 LIS: “Tent Cluster 4”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15200" y="59436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Unaffected ERC answers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stays on the line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601200" y="594360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room spins up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+ live location card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468880" y="6227064"/>
            <a:ext cx="274320" cy="0"/>
          </a:xfrm>
          <a:prstGeom prst="line">
            <a:avLst/>
          </a:prstGeom>
          <a:noFill/>
          <a:ln w="22225">
            <a:solidFill>
              <a:srgbClr val="E8B33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754880" y="6227064"/>
            <a:ext cx="274320" cy="0"/>
          </a:xfrm>
          <a:prstGeom prst="line">
            <a:avLst/>
          </a:prstGeom>
          <a:noFill/>
          <a:ln w="22225">
            <a:solidFill>
              <a:srgbClr val="E8B33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040880" y="6227064"/>
            <a:ext cx="274320" cy="0"/>
          </a:xfrm>
          <a:prstGeom prst="line">
            <a:avLst/>
          </a:prstGeom>
          <a:noFill/>
          <a:ln w="22225">
            <a:solidFill>
              <a:srgbClr val="E8B33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326880" y="6227064"/>
            <a:ext cx="274320" cy="0"/>
          </a:xfrm>
          <a:prstGeom prst="line">
            <a:avLst/>
          </a:prstGeom>
          <a:noFill/>
          <a:ln w="22225">
            <a:solidFill>
              <a:srgbClr val="E8B33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RELAY — URWB DRONES REJOIN A BROKEN MESH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926080" y="123444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0253C"/>
          </a:solidFill>
          <a:ln w="25400">
            <a:solidFill>
              <a:srgbClr val="3EC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URWB DRONE — IW9165E ON UAV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hovers at the midpoint · joins the mesh as just another neighbor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POD-A · ISLANDED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down · 7 km gap · queue growing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374904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POD-C · CONNECTED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 live LEO uplink to the EOC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4206240"/>
            <a:ext cx="256032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0896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LINK DESTROYED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 flipV="1">
            <a:off x="1645920" y="2240280"/>
            <a:ext cx="1554480" cy="1508760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554480" y="2788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hop 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394960" y="2240280"/>
            <a:ext cx="1188720" cy="1508760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72200" y="2788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hop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95360" y="1097280"/>
            <a:ext cx="301752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SATELLITE → EOC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tunnel to the command center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7680960" y="1737360"/>
            <a:ext cx="914400" cy="219456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06640" y="30632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flush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595360" y="246888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URWB FLUIDITY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make-before-break handoffs at vehicle speed — built for trains, ports, UAVs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338328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RECONFIGURATION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 simply sees a new neighbor · relayTrail records the sky hop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0" y="429768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COVERAGE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rotate on battery swaps · MV camera snapshots recon the route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5440680"/>
            <a:ext cx="11731752" cy="1143000"/>
          </a:xfrm>
          <a:prstGeom prst="roundRect">
            <a:avLst>
              <a:gd name="adj" fmla="val 6400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5504688"/>
            <a:ext cx="11512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870448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 — bridge collapses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POD-A goes island · queue holds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5870448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T+45 min — drone on station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from the staging area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35040" y="5870448"/>
            <a:ext cx="265176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T+46 — mesh reforms through the sky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 finds the new 2-hop route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06840" y="5870448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T+47 — the convoy flushes</a:t>
            </a:r>
            <a:endParaRPr lang="en-US" sz="8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 SOS ride to the cloud in one window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0" y="6153912"/>
            <a:ext cx="32004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15000" y="6153912"/>
            <a:ext cx="32004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0" y="6153912"/>
            <a:ext cx="32004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HONESTY LEDGER — WHAT'S REAL, WHAT'S SIMULATED, WHAT'S NEXT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02412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TODAY (in the repo)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14-service application layer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· links · cloud · EOC · 9 guilds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Meraki Dashboard API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MT telemetry into the pipeline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315468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Catalyst 8000v RESTCONF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zero-touch config pushed &amp; verified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+ Webex + AI triage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verification · live phone alerts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9601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102412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(with a named seam)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3128" y="141732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links themselves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link-nodes with latency + loss physics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53128" y="228600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MT sensor fleet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{sensor,value,unit} contract as the real webhook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53128" y="315468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failure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simulation-controller stops real containers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53128" y="402336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Swap-in path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unplug the simulator, plug in the hardware — the contract holds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96012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0D1B2E"/>
          </a:solidFill>
          <a:ln w="22225">
            <a:solidFill>
              <a:srgbClr val="9BD1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02412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BD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DAY (blueprint)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9328" y="141732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URWB radios + drone relays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IW9165E ground + airborne mesh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39328" y="228600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thin pipe + SRST voice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heartbeats · local calls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39328" y="315468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+ ThousandEyes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ladder, productized in silicon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39328" y="4023360"/>
            <a:ext cx="32461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RedSky E911 · Splunk · Umbrella · Duo · Spaces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five-pillar impact stack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simulated piece names the exact code seam where its hardware plugs in — the containers were the rehearsal, not the product.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NETWORK.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HEAL.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63040" y="39319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localhost:9400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Command 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39319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pod portal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39319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“Fail Satellite”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failover on stage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— connecting the disconnected, when it matters most.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2026-07-12T06:36:06Z</dcterms:created>
  <dcterms:modified xsi:type="dcterms:W3CDTF">2026-07-12T06:36:06Z</dcterms:modified>
</cp:coreProperties>
</file>